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011680"/>
            <a:ext cx="5486400" cy="5486400"/>
          </a:xfrm>
          <a:prstGeom prst="ellipse">
            <a:avLst/>
          </a:prstGeom>
          <a:solidFill>
            <a:srgbClr val="141B4D"/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389120"/>
            <a:ext cx="4572000" cy="4572000"/>
          </a:xfrm>
          <a:prstGeom prst="ellipse">
            <a:avLst/>
          </a:prstGeom>
          <a:solidFill>
            <a:srgbClr val="141B4D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3317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SEARCH PLATFORM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274320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Agentic, Contextual RAG Backend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370332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Docling  •  PostgreSQL + PGVector  •  LlamaIndex  •  CrewAI  •  Ollama  •  Arize Phoenix  •  RAGAs  •  OpenWebUI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48640" y="5989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Assessment — Solution Overview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D8B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Built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4F7FE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659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17320" y="1947672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RAG Backend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560320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FastAPI service where a CrewAI agent crew plans, retrieves, synthesizes, and verifies every answer before it's returned.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17920" y="169164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4F7FE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92240" y="19659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086600" y="1947672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API, Fully Documented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92240" y="2560320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OpenAPI/Swagger-described endpoints for ingestion, retrieval, chat, prompts, and evaluation.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97764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4F7FE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42519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251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17320" y="4233672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OpenWebUI Frontend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2960" y="4846320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via an OpenAI-compatible /v1/chat/completions surface — no custom plugin runtime required.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17920" y="397764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4F7FE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92240" y="42519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6492240" y="4251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086600" y="4233672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Traced &amp; Evaluated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92240" y="4846320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inference call traced in Arize Phoenix; pipeline quality measured with RAGAs against a curated Q&amp;A set.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D8B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TRACEABILITY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Mandated Toolset → Role in This Build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91672" cy="534924"/>
          </a:xfrm>
          <a:prstGeom prst="roundRect">
            <a:avLst>
              <a:gd name="adj" fmla="val 10256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00200"/>
            <a:ext cx="3017520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840480" y="1600200"/>
            <a:ext cx="7315200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in this build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135124"/>
            <a:ext cx="11091672" cy="534924"/>
          </a:xfrm>
          <a:prstGeom prst="rect">
            <a:avLst/>
          </a:prstGeom>
          <a:solidFill>
            <a:srgbClr val="F4F7FE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135124"/>
            <a:ext cx="3017520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Docling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840480" y="2135124"/>
            <a:ext cx="7589520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PDF/DOCX preprocessing: layout, table structure, Markdown export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" y="2670048"/>
            <a:ext cx="3017520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PGVector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840480" y="2670048"/>
            <a:ext cx="7589520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Sole vector store — HNSW / cosine index over document_chunks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204972"/>
            <a:ext cx="11091672" cy="534924"/>
          </a:xfrm>
          <a:prstGeom prst="rect">
            <a:avLst/>
          </a:prstGeom>
          <a:solidFill>
            <a:srgbClr val="F4F7FE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204972"/>
            <a:ext cx="3017520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LlamaIndex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840480" y="3204972"/>
            <a:ext cx="7589520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parsing, embedding, and retrieval orchestration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77240" y="3739896"/>
            <a:ext cx="3017520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CrewAI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840480" y="3739896"/>
            <a:ext cx="7589520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4-agent contextual RAG crew with a verify → retry loop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4274820"/>
            <a:ext cx="11091672" cy="534924"/>
          </a:xfrm>
          <a:prstGeom prst="rect">
            <a:avLst/>
          </a:prstGeom>
          <a:solidFill>
            <a:srgbClr val="F4F7FE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274820"/>
            <a:ext cx="3017520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3840480" y="4274820"/>
            <a:ext cx="7589520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Sole LLM + embedding provider — generation, agents, and RAGAs judge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77240" y="4809744"/>
            <a:ext cx="3017520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Arize Phoenix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3840480" y="4809744"/>
            <a:ext cx="7589520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OpenInference tracing for every LLM / agent / tool call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5344668"/>
            <a:ext cx="11091672" cy="534924"/>
          </a:xfrm>
          <a:prstGeom prst="rect">
            <a:avLst/>
          </a:prstGeom>
          <a:solidFill>
            <a:srgbClr val="F4F7FE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5344668"/>
            <a:ext cx="3017520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RAGAs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3840480" y="5344668"/>
            <a:ext cx="7589520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Faithfulness, answer relevancy, context precision &amp; recall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77240" y="5879592"/>
            <a:ext cx="3017520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OpenWebUI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3840480" y="5879592"/>
            <a:ext cx="7589520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frontend via the OpenAI-compatible API surface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D8B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2800" dirty="0"/>
          </a:p>
        </p:txBody>
      </p:sp>
      <p:pic>
        <p:nvPicPr>
          <p:cNvPr id="4" name="Image 0" descr="/home/claude/doc-search-platform/doc/architecture/system_architectur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2960" y="1554480"/>
            <a:ext cx="10515600" cy="46634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63550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view: client layer, agentic RAG backend, data layer, LLM layer, and observability — see doc/architecture/architecture.md for the full rationale.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D8B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Docling → Split → Embed → Index</a:t>
            </a:r>
            <a:endParaRPr lang="en-US" sz="2800" dirty="0"/>
          </a:p>
        </p:txBody>
      </p:sp>
      <p:pic>
        <p:nvPicPr>
          <p:cNvPr id="4" name="Image 0" descr="/home/claude/doc-search-platform/doc/architecture/ingestion_flow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463040" y="2377440"/>
            <a:ext cx="9235440" cy="3108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63550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Heading-aware splitting first (MarkdownNodeParser), then a token-size ceiling (SentenceSplitter) — chunks never straddle unrelated sections.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D8B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Agentic RAG Crew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1783080"/>
          </a:xfrm>
          <a:prstGeom prst="roundRect">
            <a:avLst>
              <a:gd name="adj" fmla="val 4103"/>
            </a:avLst>
          </a:prstGeom>
          <a:solidFill>
            <a:srgbClr val="F4F7FE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801368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Query Analyzer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822960" y="2258568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Rewrites the question, resolves chat-history context, plans 1–3 focused sub-queries.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17920" y="1600200"/>
            <a:ext cx="5349240" cy="1783080"/>
          </a:xfrm>
          <a:prstGeom prst="roundRect">
            <a:avLst>
              <a:gd name="adj" fmla="val 4103"/>
            </a:avLst>
          </a:prstGeom>
          <a:solidFill>
            <a:srgbClr val="F4F7FE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92240" y="1801368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Retriever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6492240" y="2258568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the search_knowledge_base tool (LlamaIndex + PGVector) per sub-query; flags evidence gaps explicitly.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657600"/>
            <a:ext cx="5349240" cy="1783080"/>
          </a:xfrm>
          <a:prstGeom prst="roundRect">
            <a:avLst>
              <a:gd name="adj" fmla="val 4103"/>
            </a:avLst>
          </a:prstGeom>
          <a:solidFill>
            <a:srgbClr val="F4F7FE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2960" y="3858768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Synthesizer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822960" y="4315968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a direct, cited answer using only the retrieved evidence — no fabrication from general knowledge.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3657600"/>
            <a:ext cx="5349240" cy="1783080"/>
          </a:xfrm>
          <a:prstGeom prst="roundRect">
            <a:avLst>
              <a:gd name="adj" fmla="val 4103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92240" y="3858768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Verifier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6492240" y="4315968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every claim against the evidence. APPROVE, or REJECT with a refined query for another pass.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Retriever → Synthesizer → Verifier hand-off runs as a CrewAI sequential crew; a REJECT verdict feeds the refined query back into the Retriever for up to CREW_MAX_ITERATIONS passes — this loop is what makes the pipeline agentic and contextual rather than a single retrieve-then-generate call.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D8B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FLOW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Agentic RAG — Sequence</a:t>
            </a:r>
            <a:endParaRPr lang="en-US" sz="2800" dirty="0"/>
          </a:p>
        </p:txBody>
      </p:sp>
      <p:pic>
        <p:nvPicPr>
          <p:cNvPr id="4" name="Image 0" descr="/home/claude/doc-search-platform/doc/architecture/agentic_rag_sequenc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05840" y="1463040"/>
            <a:ext cx="10149840" cy="4846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63550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Verifier rejections feed a refined query back into the Retriever — up to CREW_MAX_ITERATIONS passes — before the API returns a final, cited answer.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D8B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PROMPTOPS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Prompts Externalized From Application Code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852160" cy="4434840"/>
          </a:xfrm>
          <a:prstGeom prst="roundRect">
            <a:avLst>
              <a:gd name="adj" fmla="val 1649"/>
            </a:avLst>
          </a:prstGeom>
          <a:solidFill>
            <a:srgbClr val="141B4D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10512"/>
            <a:ext cx="530352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8FA3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name: verifier_agent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8FA3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version: "1.0.0"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F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role: &gt;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Faithfulness &amp; Groundedness Reviewer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F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goal: &gt;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Approve the answer, or reject it with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 refined search query.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F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description: |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Draft answer: $draft_answer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Evidence: $evidence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F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Check every claim, then decide: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APPROVE or REJECT + refined_query.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537960" y="1773936"/>
            <a:ext cx="109728" cy="109728"/>
          </a:xfrm>
          <a:prstGeom prst="ellipse">
            <a:avLst/>
          </a:prstGeom>
          <a:solidFill>
            <a:srgbClr val="3D8BFD"/>
          </a:solidFill>
          <a:ln/>
        </p:spPr>
      </p:sp>
      <p:sp>
        <p:nvSpPr>
          <p:cNvPr id="7" name="Text 5"/>
          <p:cNvSpPr/>
          <p:nvPr/>
        </p:nvSpPr>
        <p:spPr>
          <a:xfrm>
            <a:off x="6766560" y="1618488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agent persona + task prompt lives in app/prompts/library/*.yaml — zero hardcoded prompt strings in Python.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537960" y="2779776"/>
            <a:ext cx="109728" cy="109728"/>
          </a:xfrm>
          <a:prstGeom prst="ellipse">
            <a:avLst/>
          </a:prstGeom>
          <a:solidFill>
            <a:srgbClr val="3D8BFD"/>
          </a:solidFill>
          <a:ln/>
        </p:spPr>
      </p:sp>
      <p:sp>
        <p:nvSpPr>
          <p:cNvPr id="9" name="Text 7"/>
          <p:cNvSpPr/>
          <p:nvPr/>
        </p:nvSpPr>
        <p:spPr>
          <a:xfrm>
            <a:off x="6766560" y="2624328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Semantically versioned per file, so a Phoenix trace can record exactly which prompt version produced a given span.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537960" y="3785616"/>
            <a:ext cx="109728" cy="109728"/>
          </a:xfrm>
          <a:prstGeom prst="ellipse">
            <a:avLst/>
          </a:prstGeom>
          <a:solidFill>
            <a:srgbClr val="3D8BFD"/>
          </a:solidFill>
          <a:ln/>
        </p:spPr>
      </p:sp>
      <p:sp>
        <p:nvSpPr>
          <p:cNvPr id="11" name="Text 9"/>
          <p:cNvSpPr/>
          <p:nvPr/>
        </p:nvSpPr>
        <p:spPr>
          <a:xfrm>
            <a:off x="6766560" y="3630168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Hot-reloadable via POST /api/v1/prompts/reload — a wording change ships without a redeploy.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537960" y="4791456"/>
            <a:ext cx="109728" cy="109728"/>
          </a:xfrm>
          <a:prstGeom prst="ellipse">
            <a:avLst/>
          </a:prstGeom>
          <a:solidFill>
            <a:srgbClr val="3D8BFD"/>
          </a:solidFill>
          <a:ln/>
        </p:spPr>
      </p:sp>
      <p:sp>
        <p:nvSpPr>
          <p:cNvPr id="13" name="Text 11"/>
          <p:cNvSpPr/>
          <p:nvPr/>
        </p:nvSpPr>
        <p:spPr>
          <a:xfrm>
            <a:off x="6766560" y="4636008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/api/v1/prompts exposes the live inventory for audit.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D8B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Inference Call Is Traced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429000" cy="1645920"/>
          </a:xfrm>
          <a:prstGeom prst="roundRect">
            <a:avLst>
              <a:gd name="adj" fmla="val 4444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83080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31520" y="251460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libraries instrumented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(LlamaIndex, CrewAI, LiteLLM)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251960" y="1645920"/>
            <a:ext cx="3429000" cy="1645920"/>
          </a:xfrm>
          <a:prstGeom prst="roundRect">
            <a:avLst>
              <a:gd name="adj" fmla="val 4444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4251960" y="1783080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1x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4434840" y="251460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instrumentation point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(FastAPI startup event)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955280" y="1645920"/>
            <a:ext cx="3429000" cy="1645920"/>
          </a:xfrm>
          <a:prstGeom prst="roundRect">
            <a:avLst>
              <a:gd name="adj" fmla="val 4444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7955280" y="1783080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8138160" y="251460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LLM / agent / tool calls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covered by construction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66928" y="3739896"/>
            <a:ext cx="109728" cy="109728"/>
          </a:xfrm>
          <a:prstGeom prst="ellipse">
            <a:avLst/>
          </a:prstGeom>
          <a:solidFill>
            <a:srgbClr val="3D8BFD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602736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init_tracing() runs once, before the first request — a new call site added later is traced automatically, not opt-in.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66928" y="4361688"/>
            <a:ext cx="109728" cy="109728"/>
          </a:xfrm>
          <a:prstGeom prst="ellipse">
            <a:avLst/>
          </a:prstGeom>
          <a:solidFill>
            <a:srgbClr val="3D8BFD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224528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Phoenix captures the full query-analysis → retrieve → synthesize → verify span tree, including every retry iteration.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66928" y="4983480"/>
            <a:ext cx="109728" cy="109728"/>
          </a:xfrm>
          <a:prstGeom prst="ellipse">
            <a:avLst/>
          </a:prstGeom>
          <a:solidFill>
            <a:srgbClr val="3D8BFD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8463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span records prompt, completion, latency, and token usage — plus the exact search_knowledge_base tool arguments and results.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66928" y="5605272"/>
            <a:ext cx="109728" cy="109728"/>
          </a:xfrm>
          <a:prstGeom prst="ellipse">
            <a:avLst/>
          </a:prstGeom>
          <a:solidFill>
            <a:srgbClr val="3D8BFD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5468112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Phoenix UI doubles as a debugging tool: a low-faithfulness eval score points straight at the offending span.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D8B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 With RAGAs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606040" cy="1920240"/>
          </a:xfrm>
          <a:prstGeom prst="roundRect">
            <a:avLst>
              <a:gd name="adj" fmla="val 3810"/>
            </a:avLst>
          </a:prstGeom>
          <a:solidFill>
            <a:srgbClr val="F4F7FE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810512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Faithfulness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answer supported by the retrieved context?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383280" y="1645920"/>
            <a:ext cx="2606040" cy="1920240"/>
          </a:xfrm>
          <a:prstGeom prst="roundRect">
            <a:avLst>
              <a:gd name="adj" fmla="val 3810"/>
            </a:avLst>
          </a:prstGeom>
          <a:solidFill>
            <a:srgbClr val="F4F7FE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566160" y="1810512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Relevancy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566160" y="237744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answer address the actual question?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606040" cy="1920240"/>
          </a:xfrm>
          <a:prstGeom prst="roundRect">
            <a:avLst>
              <a:gd name="adj" fmla="val 3810"/>
            </a:avLst>
          </a:prstGeom>
          <a:solidFill>
            <a:srgbClr val="F4F7FE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0" y="1810512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Precision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0" y="237744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of what was retrieved is relevant?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052560" y="1645920"/>
            <a:ext cx="2606040" cy="1920240"/>
          </a:xfrm>
          <a:prstGeom prst="roundRect">
            <a:avLst>
              <a:gd name="adj" fmla="val 3810"/>
            </a:avLst>
          </a:prstGeom>
          <a:solidFill>
            <a:srgbClr val="F4F7FE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235440" y="1810512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Recall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235440" y="237744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retrieval surface what the reference answer needs?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66928" y="3968496"/>
            <a:ext cx="109728" cy="109728"/>
          </a:xfrm>
          <a:prstGeom prst="ellipse">
            <a:avLst/>
          </a:prstGeom>
          <a:solidFill>
            <a:srgbClr val="3D8BFD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3831336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Judged by the same Ollama-backed LlamaIndex LLM/embeddings used in production — no OpenAI key anywhere in the stack.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66928" y="4626864"/>
            <a:ext cx="109728" cy="109728"/>
          </a:xfrm>
          <a:prstGeom prst="ellipse">
            <a:avLst/>
          </a:prstGeom>
          <a:solidFill>
            <a:srgbClr val="3D8BFD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4489704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every curated question through the real run_agentic_rag() path (not a retrieval-only shortcut), so scores reflect what a user actually experiences, retries included.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66928" y="5285232"/>
            <a:ext cx="109728" cy="109728"/>
          </a:xfrm>
          <a:prstGeom prst="ellipse">
            <a:avLst/>
          </a:prstGeom>
          <a:solidFill>
            <a:srgbClr val="3D8BFD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5148072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12-question seed set over the placeholder corpus; app/prompts/library/ragas_testset_seed.yaml bootstraps more questions once the real corpus is ingested.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62636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methodology + latest results: doc/evaluation/evaluation_report.md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D8B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Compose File, Five Services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029200" cy="4434840"/>
          </a:xfrm>
          <a:prstGeom prst="roundRect">
            <a:avLst>
              <a:gd name="adj" fmla="val 1649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1051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FD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up -d --build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822960" y="233172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postgres  — pgvector/pgvector:pg16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22960" y="288036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ollama  — LLM + embedding models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22960" y="342900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phoenix  — trace collector + UI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22960" y="39776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backend  — this FastAPI app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22960" y="452628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openwebui  — chat frontend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22960" y="5257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ollama-pull (one-shot model download)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806440" y="160020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 (full spec: doc/api/openapi.json)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806440" y="2057400"/>
            <a:ext cx="5852160" cy="576072"/>
          </a:xfrm>
          <a:prstGeom prst="rect">
            <a:avLst/>
          </a:prstGeom>
          <a:solidFill>
            <a:srgbClr val="F4F7FE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0" y="2057400"/>
            <a:ext cx="8229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D8B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766560" y="2057400"/>
            <a:ext cx="23317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/api/v1/ingest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9098280" y="2057400"/>
            <a:ext cx="24688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Docling → split → embed → index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943600" y="2633472"/>
            <a:ext cx="8229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D8B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766560" y="2633472"/>
            <a:ext cx="23317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/api/v1/query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9098280" y="2633472"/>
            <a:ext cx="24688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 RAG answer + sources + trace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806440" y="3209544"/>
            <a:ext cx="5852160" cy="576072"/>
          </a:xfrm>
          <a:prstGeom prst="rect">
            <a:avLst/>
          </a:prstGeom>
          <a:solidFill>
            <a:srgbClr val="F4F7FE"/>
          </a:solidFill>
          <a:ln/>
        </p:spPr>
      </p:sp>
      <p:sp>
        <p:nvSpPr>
          <p:cNvPr id="21" name="Text 19"/>
          <p:cNvSpPr/>
          <p:nvPr/>
        </p:nvSpPr>
        <p:spPr>
          <a:xfrm>
            <a:off x="5943600" y="3209544"/>
            <a:ext cx="8229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D8B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766560" y="3209544"/>
            <a:ext cx="23317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/api/v1/search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9098280" y="3209544"/>
            <a:ext cx="24688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retrieval, no generation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943600" y="3785616"/>
            <a:ext cx="8229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D8B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GET/POST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766560" y="3785616"/>
            <a:ext cx="23317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/api/v1/prompts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9098280" y="3785616"/>
            <a:ext cx="24688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/ hot-reload prompts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806440" y="4361688"/>
            <a:ext cx="5852160" cy="576072"/>
          </a:xfrm>
          <a:prstGeom prst="rect">
            <a:avLst/>
          </a:prstGeom>
          <a:solidFill>
            <a:srgbClr val="F4F7FE"/>
          </a:solidFill>
          <a:ln/>
        </p:spPr>
      </p:sp>
      <p:sp>
        <p:nvSpPr>
          <p:cNvPr id="28" name="Text 26"/>
          <p:cNvSpPr/>
          <p:nvPr/>
        </p:nvSpPr>
        <p:spPr>
          <a:xfrm>
            <a:off x="5943600" y="4361688"/>
            <a:ext cx="8229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D8B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766560" y="4361688"/>
            <a:ext cx="23317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/api/v1/eval/run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9098280" y="4361688"/>
            <a:ext cx="24688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RAGAs harness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943600" y="4937760"/>
            <a:ext cx="8229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D8B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766560" y="4937760"/>
            <a:ext cx="23317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/v1/chat/completions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9098280" y="4937760"/>
            <a:ext cx="24688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OpenAI-compatible — OpenWebUI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D8B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Delivered, and What's Next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3D8B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2048256"/>
            <a:ext cx="109728" cy="109728"/>
          </a:xfrm>
          <a:prstGeom prst="ellipse">
            <a:avLst/>
          </a:prstGeom>
          <a:solidFill>
            <a:srgbClr val="2FA86B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92808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source: ingestion, agentic crew, API, tracing, eval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66928" y="2670048"/>
            <a:ext cx="109728" cy="109728"/>
          </a:xfrm>
          <a:prstGeom prst="ellipse">
            <a:avLst/>
          </a:prstGeom>
          <a:solidFill>
            <a:srgbClr val="2FA86B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51460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docker-compose stack for all 5 services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66928" y="3291840"/>
            <a:ext cx="109728" cy="109728"/>
          </a:xfrm>
          <a:prstGeom prst="ellipse">
            <a:avLst/>
          </a:prstGeom>
          <a:solidFill>
            <a:srgbClr val="2FA86B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136392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diagrams + ADR-style design doc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66928" y="3913632"/>
            <a:ext cx="109728" cy="109728"/>
          </a:xfrm>
          <a:prstGeom prst="ellipse">
            <a:avLst/>
          </a:prstGeom>
          <a:solidFill>
            <a:srgbClr val="2FA86B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758184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Swagger/OpenAPI spec + Postman-ready REST surface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66928" y="4535424"/>
            <a:ext cx="109728" cy="109728"/>
          </a:xfrm>
          <a:prstGeom prst="ellipse">
            <a:avLst/>
          </a:prstGeom>
          <a:solidFill>
            <a:srgbClr val="2FA86B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4379976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Externalized, versioned, hot-reloadable prompts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309360" y="155448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327648" y="2048256"/>
            <a:ext cx="109728" cy="109728"/>
          </a:xfrm>
          <a:prstGeom prst="ellipse">
            <a:avLst/>
          </a:prstGeom>
          <a:solidFill>
            <a:srgbClr val="C2410C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0" y="1892808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sample_docs/ placeholders for the real Google Drive corpus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327648" y="2670048"/>
            <a:ext cx="109728" cy="109728"/>
          </a:xfrm>
          <a:prstGeom prst="ellipse">
            <a:avLst/>
          </a:prstGeom>
          <a:solidFill>
            <a:srgbClr val="C2410C"/>
          </a:solidFill>
          <a:ln/>
        </p:spPr>
      </p:sp>
      <p:sp>
        <p:nvSpPr>
          <p:cNvPr id="19" name="Text 17"/>
          <p:cNvSpPr/>
          <p:nvPr/>
        </p:nvSpPr>
        <p:spPr>
          <a:xfrm>
            <a:off x="6583680" y="251460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live stack end-to-end and record real Phoenix traces + RAGAs scores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327648" y="3291840"/>
            <a:ext cx="109728" cy="109728"/>
          </a:xfrm>
          <a:prstGeom prst="ellipse">
            <a:avLst/>
          </a:prstGeom>
          <a:solidFill>
            <a:srgbClr val="C2410C"/>
          </a:solidFill>
          <a:ln/>
        </p:spPr>
      </p:sp>
      <p:sp>
        <p:nvSpPr>
          <p:cNvPr id="21" name="Text 19"/>
          <p:cNvSpPr/>
          <p:nvPr/>
        </p:nvSpPr>
        <p:spPr>
          <a:xfrm>
            <a:off x="6583680" y="3136392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responses; native OpenWebUI citation cards via a Pipelines plugin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327648" y="3913632"/>
            <a:ext cx="109728" cy="109728"/>
          </a:xfrm>
          <a:prstGeom prst="ellipse">
            <a:avLst/>
          </a:prstGeom>
          <a:solidFill>
            <a:srgbClr val="C2410C"/>
          </a:solidFill>
          <a:ln/>
        </p:spPr>
      </p:sp>
      <p:sp>
        <p:nvSpPr>
          <p:cNvPr id="23" name="Text 21"/>
          <p:cNvSpPr/>
          <p:nvPr/>
        </p:nvSpPr>
        <p:spPr>
          <a:xfrm>
            <a:off x="6583680" y="3758184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Content-hash based incremental ingestion for large, changing corpora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327648" y="4535424"/>
            <a:ext cx="109728" cy="109728"/>
          </a:xfrm>
          <a:prstGeom prst="ellipse">
            <a:avLst/>
          </a:prstGeom>
          <a:solidFill>
            <a:srgbClr val="C2410C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0" y="4379976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Per-user auth / document ACLs for multi-tenant deployment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011680"/>
            <a:ext cx="5486400" cy="5486400"/>
          </a:xfrm>
          <a:prstGeom prst="ellipse">
            <a:avLst/>
          </a:prstGeom>
          <a:solidFill>
            <a:srgbClr val="141B4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65176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548640" y="36118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source, docs, and diagrams: this repository's README.md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40690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FA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doc/architecture/architecture.md  •  doc/api/openapi.json  •  doc/evaluation/evaluation_report.md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2026-08-20T08:55:33Z</dcterms:created>
  <dcterms:modified xsi:type="dcterms:W3CDTF">2026-08-20T08:55:33Z</dcterms:modified>
</cp:coreProperties>
</file>